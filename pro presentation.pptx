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90" d="100"/>
          <a:sy n="90" d="100"/>
        </p:scale>
        <p:origin x="23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CBA64-DDAA-8CF0-2D54-AEDBD89AF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67306-44FC-1414-F982-7ABAD3D18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32F66-6A56-E0D0-99FD-6635D975F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AB8CB-8898-4590-92EB-85DCA461A9C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615E9-1CE8-38E5-5727-2363D56F3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2C5E0-03EB-443B-F689-881B81A2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0D11-56E7-46DC-B306-663E0B7D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8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936B2-D1DD-435B-AD18-2BA36B648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23445-030C-4965-BBF1-521732D07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28CF5-CC22-CBEB-B98B-E99E8D719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AB8CB-8898-4590-92EB-85DCA461A9C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5FBBD-4E7F-1559-D141-96B25BCC7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DB61B-A9ED-69E7-849C-AFDFBED03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0D11-56E7-46DC-B306-663E0B7D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83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2B26-96D3-DFEA-9A99-11E4EB8E9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7AA17-6D9B-F157-BEB8-13D541EC4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8BEB-8885-479B-1157-CAF2A3339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AB8CB-8898-4590-92EB-85DCA461A9C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67A9F-CEF3-09F3-EEB5-3E24BDC7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9FC06-5CFF-601E-D9B1-293564BBE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0D11-56E7-46DC-B306-663E0B7D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0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BF615-2E1E-9F2E-BAB0-F3F7B9A8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F2B11-D3C7-48FD-FDEB-EC2B70567B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C7DD16-8EA0-2601-8A69-AFA872F26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0D8D9-46F2-372A-B36C-AD22EEB33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AB8CB-8898-4590-92EB-85DCA461A9C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ABEDE-585F-89D2-1CC9-88F490223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AC8B4-C742-5981-FF8B-DF487686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0D11-56E7-46DC-B306-663E0B7D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42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0D586-34AA-1F8D-F20A-1CD5D541E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2BA05-B872-C731-91ED-038A00F9D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27371-B010-DA66-8F3B-08EC5ABB7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3B317E-49AC-90D9-DAE0-696187AB5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58C236-60DC-9464-081B-C3764343EE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56EC3B-68B8-165B-60B4-74EC6798B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AB8CB-8898-4590-92EB-85DCA461A9C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0F8449-448D-2190-7D38-0943B7B16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24B82-5F60-2F22-72B8-433D51F5B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0D11-56E7-46DC-B306-663E0B7D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78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3F445-9D79-5936-00AC-4E3C83B49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853DEA-C4F5-E924-4C8D-49DA1E86B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AB8CB-8898-4590-92EB-85DCA461A9C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AB56CC-53D1-012E-14F1-5C65DE4A2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DAB37A-E0C8-E822-1698-92E4CD37F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0D11-56E7-46DC-B306-663E0B7D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00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8FC22-49EE-B005-A4FF-F94CCA269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AB8CB-8898-4590-92EB-85DCA461A9C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0E0C76-BD9C-3105-D947-E3E0E9E10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6ACDF-55E9-DB3F-7AC3-103422BB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0D11-56E7-46DC-B306-663E0B7D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61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C7EC7-A97D-F981-1C15-95BAEE8EE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1AE3E-8DB4-076E-429C-E33735E9B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D2965-3DC8-DF81-38D1-325172260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C9D54-3C14-8C19-FE0B-0B1A7C0A5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AB8CB-8898-4590-92EB-85DCA461A9C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DE7BC-0E51-B5ED-12A8-32EEF7C8D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97FC5-65CD-1C40-98C4-32145894A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0D11-56E7-46DC-B306-663E0B7D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45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466A2-C11C-A62C-EE5B-7F48A27C9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92ED6E-D670-6899-283A-F078080D65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C2B31-B122-CEC9-AFDF-85DF8D1C7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F7D05-6EBB-96A5-E96D-8C133A3F1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AB8CB-8898-4590-92EB-85DCA461A9C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8751B-671F-45B9-B26A-912701508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805AB-2267-7E73-13A0-E930B5D3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0D11-56E7-46DC-B306-663E0B7D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65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549E7-2544-FA18-2922-3D53292A4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BBB6A9-31DB-EE06-95FE-8B0D557A1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B49D6-1EDC-CF71-3FB9-9100C493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AB8CB-8898-4590-92EB-85DCA461A9C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BEBEA-52C2-C317-4D30-0BB77FCF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47C1C-4C4A-C80C-E3D6-7F30DF027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0D11-56E7-46DC-B306-663E0B7D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04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D4F2E2-9CEA-C64A-1764-D04387155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0B8E5-FEF4-1EF1-9239-B9CD173C0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54C35-EB81-9EC8-833D-5750D2436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AB8CB-8898-4590-92EB-85DCA461A9C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842E6-609C-6001-C03E-53AB8485A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B9CE1-2B7A-7B6E-CC65-8B1FBA8B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30D11-56E7-46DC-B306-663E0B7D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924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D54C6-890F-E1D8-8756-F5B900E16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94FF0-5737-326F-522E-2DCEB24E3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B17CE-5457-BC0B-0757-9DD969818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3AB8CB-8898-4590-92EB-85DCA461A9C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1E041-A561-84C1-5860-9DA9FE738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4FB1A-30BE-64CD-B99A-B5B3F7CF0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630D11-56E7-46DC-B306-663E0B7D4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3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4269F-D8F1-9916-794D-6ED1B4E126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B9E5A-5C37-C841-1249-03161464D1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AD283C-C1FC-9E28-1A1E-DCA81B6F6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338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E19084-CF3C-D617-FBD8-A83FD4953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0067"/>
            <a:ext cx="12192000" cy="704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36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E36916-7EB5-3B7C-749F-04122906C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2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225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D87867-E051-1F2A-5B51-F411C8C3D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6266"/>
            <a:ext cx="12192000" cy="46566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26C8A3-0556-7A1E-C2FC-2A75158913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0400"/>
            <a:ext cx="12192000" cy="259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373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E041E4-618C-32C4-1B72-142362ABD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89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BFA3B9-E35E-AA45-DE4E-312CA8FCF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7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13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7BD62B-3315-0E96-6381-E97432995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89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985E61-24BB-9C93-E808-B2EFB8145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625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E7FB6A-578D-A88A-95AA-2E4360D85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00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295A37-0E4E-3457-E3B0-B4D32DA52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821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3F8464-3DAA-93E8-FE13-07AF0534C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419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B1A0FA-2922-DB8C-C40A-3A634B858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419600"/>
            <a:ext cx="12192001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191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FB0EC1-C0A5-437C-1991-187D79BD2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717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824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adimohite86@outlook.com</dc:creator>
  <cp:lastModifiedBy>adimohite86@outlook.com</cp:lastModifiedBy>
  <cp:revision>1</cp:revision>
  <dcterms:created xsi:type="dcterms:W3CDTF">2026-03-04T14:34:26Z</dcterms:created>
  <dcterms:modified xsi:type="dcterms:W3CDTF">2026-03-04T14:36:28Z</dcterms:modified>
</cp:coreProperties>
</file>